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2926080" cy="32004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COMPUTACIÓN PARALELA · GPU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Programación GPU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CUDA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Kernels · Jerarquía de hilos · Memoria · Mapeo CPU↔GPU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Teóricos — Material de Cátedra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GPU?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vs GPU: arquitectura y propósito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840480" cy="32918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5214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CPU — Alta Latencia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4–32 núcleos potentes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Caché L1/L2/L3 grande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Control de flujo complejo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Alta frecuencia de reloj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Óptima para tareas secuenciales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 lógica compleja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329184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4023360" cy="41148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5214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GPU — Alto Throughput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1,000–10,000+ núcleos CUDA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VRAM HBM/GDDR de alto BW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Modelo SIMT masivo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Scheduler de hilos dedicado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Óptima para datos masivos con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operación uniforme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68880"/>
            <a:ext cx="310896" cy="256032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788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PCIe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811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La GPU gana cuando el mismo código se aplica en paralelo a millones de datos sin dependencias.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Ejecución CPU ↔ GPU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6 pasos del ciclo host–device en CUDA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5176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5214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" y="11338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1536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VRAM en el device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5176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15214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75888" y="11338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 H→D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1536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Transferir datos RAM → VRAM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97280"/>
            <a:ext cx="265176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15214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56248" y="11338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kernel&lt;&lt;&lt;g,b&gt;&gt;&gt;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81928" y="1536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kernel (async)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670048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670048"/>
            <a:ext cx="265176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72491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" y="270662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cudaDeviceSync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espera fin de GPU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670048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670048"/>
            <a:ext cx="265176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72491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75888" y="270662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 D→H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01568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Devolver resultados VRAM → RAM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670048"/>
            <a:ext cx="2651760" cy="138988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670048"/>
            <a:ext cx="265176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272491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56248" y="270662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cudaFree()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81928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Liberar memoria VRAM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99232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879592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999232" y="33101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79592" y="33101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Kernel: Función en el Device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código, datos diferentes — modelo SIMT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Calificador</a:t>
            </a:r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 ejecuta en</a:t>
            </a:r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Llamado desde</a:t>
            </a:r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Uso típico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832104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1732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53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453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(device)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1960" y="14538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o GPU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4538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entrada paralelo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83210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892808"/>
            <a:ext cx="45720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9293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(device)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GPU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9293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auxiliares en kernels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368296"/>
            <a:ext cx="832104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68296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404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__host__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404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(host)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2404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CPU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404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normales (defecto)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926080"/>
            <a:ext cx="8321040" cy="19659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" y="3035808"/>
            <a:ext cx="7991856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addVectors(float* A, float* B, float* C, 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blockIdx.x * blockDim.x + threadIdx.x;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&lt; N) C[i] = A[i] + B[i];  // cada hilo: un elemento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 float relu(float x) {    // auxiliar — solo en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&gt; 0.0f ? x : 0.0f;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Jerarquía de Hilos y Dimensionalidad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→ Block → Thread: estructura 1D, 2D y 3D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606040" cy="2423160"/>
          </a:xfrm>
          <a:prstGeom prst="rect">
            <a:avLst/>
          </a:prstGeom>
          <a:solidFill>
            <a:srgbClr val="1A22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◈ GRID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todos los bloques del kernel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423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249424"/>
            <a:ext cx="2286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gridDim.x/y/z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blockIdx.x/y/z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1078992"/>
            <a:ext cx="2606040" cy="242316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74136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◉ BLOCK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74136" y="157276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que comparten memoria compartida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55848" y="2194560"/>
            <a:ext cx="2423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249424"/>
            <a:ext cx="2286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blockDim.x/y/z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threadIdx.x/y/z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1078992"/>
            <a:ext cx="2606040" cy="2423160"/>
          </a:xfrm>
          <a:prstGeom prst="rect">
            <a:avLst/>
          </a:prstGeom>
          <a:solidFill>
            <a:srgbClr val="1A223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27064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THREAD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7064" y="157276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mínima — corre el kernel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2194560"/>
            <a:ext cx="24231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249424"/>
            <a:ext cx="2286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(blockIdx, threadIdx)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global index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260604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730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Vectores, audio, series temporales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block(256);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grid(N/256);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3639312"/>
            <a:ext cx="260604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74136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13048" y="3730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Imágenes, matrices, mapas de calor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74136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block(16, 16);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grid(W/16, H/16);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17336" y="3639312"/>
            <a:ext cx="260604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27064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65976" y="3730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Volúmenes, voxels, tensores CNN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7064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block(8, 8, 8);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dim3 grid(X/8,Y/8,Z/8);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Cálculo de Índices Globales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cada hilo sabe qué dato procesar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768096"/>
          </a:xfrm>
          <a:prstGeom prst="rect">
            <a:avLst/>
          </a:prstGeom>
          <a:solidFill>
            <a:srgbClr val="0D111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— Vectores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4447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=  blockIdx.x  ×  blockDim.x  +  threadIdx.x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8321040" cy="1536192"/>
          </a:xfrm>
          <a:prstGeom prst="rect">
            <a:avLst/>
          </a:prstGeom>
          <a:solidFill>
            <a:srgbClr val="0D1117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084832"/>
            <a:ext cx="8321040" cy="292608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1214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— Matrices e Imágenes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8046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 =  blockIdx.x × blockDim.x + threadIdx.x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 =  blockIdx.y × blockDim.y + threadIdx.y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 =  row × width + col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22192"/>
            <a:ext cx="8321040" cy="192024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822192"/>
            <a:ext cx="8321040" cy="29260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8587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— Volúmenes y Tensores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151376"/>
            <a:ext cx="804672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 blockIdx.x × blockDim.x + threadIdx.x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blockIdx.y × blockDim.y + threadIdx.y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blockIdx.z × blockDim.z + threadIdx.z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 =  z × (dimX × dimY)  +  y × dimX  +  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58114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Guardia de rango:  if (i &lt; N) { ... }  — evita accesos fuera de los límites del arreglo.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Memoria CUDA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velocidades: registros → shared → global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83210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         Velocidad                  Ámbito         Declaración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399032"/>
            <a:ext cx="83210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99032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5389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45389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★★★★★ ~1 ciclo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45389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hilo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45389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locales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947672"/>
            <a:ext cx="83210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947672"/>
            <a:ext cx="457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00253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Compartida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200253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★★★★☆ ~5 ciclos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00253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bloque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00253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__shared__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496312"/>
            <a:ext cx="83210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496312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55117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Global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55117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★★☆☆☆ ~500 ciclos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55117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kernel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55117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044952"/>
            <a:ext cx="83210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044952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0998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Constante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68880" y="309981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★★★☆☆ cache hit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09981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09981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__constant__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593592"/>
            <a:ext cx="83210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593592"/>
            <a:ext cx="4572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64845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Local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68880" y="3648456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★★☆☆☆ (spill)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64845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hilo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648456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(overflow)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251960"/>
            <a:ext cx="8321040" cy="65836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29768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Patrón de rendimiento: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datos de global → __shared__ → opera → escribe a global. Usar __syncthreads() entre fases.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Mapeo de Funciones CPU → GPU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bucles secuenciales en paralelismo masivo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1498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CPU (Secuencial)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GPU (Paralelo)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8321040" cy="429768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71600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17320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(i=0; i&lt;N; i++)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0" y="1417320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70832" y="1417320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bIdx.x*bDim.x + tIdx.x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847088"/>
            <a:ext cx="832104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47088"/>
            <a:ext cx="45720" cy="4297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892808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(row) for (col)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0" y="1892808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70832" y="1892808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row=...; int col=...; (2D kernel)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22576"/>
            <a:ext cx="8321040" cy="429768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22576"/>
            <a:ext cx="45720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68296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arr[N]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0" y="2368296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70832" y="2368296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cudaMalloc(&amp;d_arr, N*sizeof(float))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798064"/>
            <a:ext cx="832104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798064"/>
            <a:ext cx="4572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43784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func(float* data)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0" y="2843784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70832" y="2843784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kernel(float* data)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273552"/>
            <a:ext cx="8321040" cy="429768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273552"/>
            <a:ext cx="45720" cy="4297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319272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 / free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0" y="3319272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70832" y="3319272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 / cudaFree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749040"/>
            <a:ext cx="832104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749040"/>
            <a:ext cx="45720" cy="4297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794760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auxiliar normal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23360" y="3794760"/>
            <a:ext cx="320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70832" y="3794760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 float helper(float x)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462272"/>
            <a:ext cx="8321040" cy="457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48056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Principio: cada iteración del for CPU → un hilo GPU. El índice del loop = índice global del hilo.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502920"/>
            <a:ext cx="54864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Patrón Completo: Suma de Vectores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idea a kernel funcional — flujo completo con código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832104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133856"/>
            <a:ext cx="799185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Kernel —— el "trabajo" paralelo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addVectors(float* A, float* B, float* C, 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blockIdx.x * blockDim.x + threadIdx.x;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&lt; N) C[i] = A[i] + B[i];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—— orquestación 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1 &lt;&lt; 20;                        // 1M elementos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bytes = N * sizeof(float);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*d_A, *d_B, *d_C;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cudaMalloc(&amp;d_A, bytes);                // asignar VRAM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cudaMemcpy(d_A, h_A, bytes, cudaMemcpyHostToDevice);  // H2D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blk = 256, grd = (N + blk - 1) / blk;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addVectors&lt;&lt;&lt;grd, blk&gt;&gt;&gt;(d_A, d_B, d_C, N);  // lanzar kernel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cudaDeviceSynchronize();                // esperar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cudaMemcpy(h_C, d_C, bytes, cudaMemcpyDeviceToHost);  // D2H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cudaFree(d_A); cudaFree(d_B); cudaFree(d_C);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Clave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esencial para programar en CUDA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0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Flujo H2D → Kernel → D2H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746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aplicación CUDA sigue este ciclo: asignar, copiar, ejecutar, recuperar.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6008" y="1325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1325880"/>
            <a:ext cx="457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380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Kernel = for paralelo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45736" y="1746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iteración de tu bucle se convierte en un hilo que se ejecuta simultáneamente.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68880"/>
            <a:ext cx="457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523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Grid / Block / Thread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" y="2889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jerarquía define cómo se organizan los hilos: 1D para arrays, 2D para imágenes, 3D para volúmenes.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2468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36008" y="246888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2523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Índice global = posición en datos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45736" y="2889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blockIdx × blockDim + threadIdx: cada hilo conoce su elemento único.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61188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666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Registros &gt; Shared &gt; Global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" y="4032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memoria compartida cuando múltiples hilos accedan a los mismos datos.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3611880"/>
            <a:ext cx="3950208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3611880"/>
            <a:ext cx="457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36667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↔️ Mapeo conceptual claro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45736" y="4032504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for loop → GPU kernel, CPU función → __global__/__device__, malloc → cudaMalloc.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Computación Paralela — Fundamentos de Programación GPU con CUDA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GPU con CUDA</dc:title>
  <dc:subject>PptxGenJS Presentation</dc:subject>
  <dc:creator>Cátedra Computación Paralela</dc:creator>
  <cp:lastModifiedBy>Cátedra Computación Paralela</cp:lastModifiedBy>
  <cp:revision>1</cp:revision>
  <dcterms:created xsi:type="dcterms:W3CDTF">2026-06-01T21:35:17Z</dcterms:created>
  <dcterms:modified xsi:type="dcterms:W3CDTF">2026-06-01T21:35:17Z</dcterms:modified>
</cp:coreProperties>
</file>